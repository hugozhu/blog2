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这个系统展示了 AI 如何端到端完成博客创作与发布：
1. 对话创作：Hermes Agent 加载 hugo-blog Skill，通过对话理解需求
2. 内容生成：输出符合规范的 Markdown 文件
3. Git 提交：推送至 blog2 仓库 main 分支
4. CI/CD：GitHub Actions 自动构建 Hugo 静态站点
5. 发布上线：部署到 GitHub Pages (hugozhu.github.com)
6. 钉钉通知：自定义 GitHub Action 发送部署状态
关键设计：Skills 系统确保 AI 输出质量一致，CI/CD 实现零手动部署。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驱动的博客系统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Creates &amp; Publishes Blog Posts  ·  hugozhu.site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766560" y="320040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06B6D4">
              <a:alpha val="2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0" y="3200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589520" y="320040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3200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8412480" y="320040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3200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DingTalk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2468880" cy="219456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371600"/>
            <a:ext cx="54864" cy="2194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536192"/>
            <a:ext cx="411480" cy="256032"/>
          </a:xfrm>
          <a:prstGeom prst="roundRect">
            <a:avLst>
              <a:gd name="adj" fmla="val 17857"/>
            </a:avLst>
          </a:prstGeom>
          <a:solidFill>
            <a:srgbClr val="3B82F6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5361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对话创作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17830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1031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 通过对话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理解需求，加载 Skills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生成博客内容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1371600"/>
            <a:ext cx="2468880" cy="219456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1371600"/>
            <a:ext cx="54864" cy="2194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Shape 17"/>
          <p:cNvSpPr/>
          <p:nvPr/>
        </p:nvSpPr>
        <p:spPr>
          <a:xfrm>
            <a:off x="3520440" y="1536192"/>
            <a:ext cx="411480" cy="256032"/>
          </a:xfrm>
          <a:prstGeom prst="roundRect">
            <a:avLst>
              <a:gd name="adj" fmla="val 17857"/>
            </a:avLst>
          </a:prstGeom>
          <a:solidFill>
            <a:srgbClr val="06B6D4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15361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Markdown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23360" y="17830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20440" y="21031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.md 文件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YAML 前置信息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代码块 + 架构图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371600"/>
            <a:ext cx="2468880" cy="219456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371600"/>
            <a:ext cx="54864" cy="2194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1536192"/>
            <a:ext cx="41148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15361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Push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12280" y="17830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21031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→ commit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推送至 main 分支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 CI/CD 流水线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794760"/>
            <a:ext cx="2468880" cy="219456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3794760"/>
            <a:ext cx="54864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" y="3959352"/>
            <a:ext cx="411480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2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39593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3444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34440" y="4206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45262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 Hugo CLI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构建静态站点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推送至 Pages 仓库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37560" y="3794760"/>
            <a:ext cx="2468880" cy="219456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337560" y="3794760"/>
            <a:ext cx="54864" cy="21945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0" name="Shape 38"/>
          <p:cNvSpPr/>
          <p:nvPr/>
        </p:nvSpPr>
        <p:spPr>
          <a:xfrm>
            <a:off x="3520440" y="3959352"/>
            <a:ext cx="411480" cy="256032"/>
          </a:xfrm>
          <a:prstGeom prst="roundRect">
            <a:avLst>
              <a:gd name="adj" fmla="val 17857"/>
            </a:avLst>
          </a:prstGeom>
          <a:solidFill>
            <a:srgbClr val="8B5CF6">
              <a:alpha val="2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520440" y="39593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02336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发布上线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023360" y="4206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520440" y="45262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hugozhu.github.com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 CDN 分发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 HTTPS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3794760"/>
            <a:ext cx="2468880" cy="219456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3794760"/>
            <a:ext cx="54864" cy="21945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7" name="Shape 45"/>
          <p:cNvSpPr/>
          <p:nvPr/>
        </p:nvSpPr>
        <p:spPr>
          <a:xfrm>
            <a:off x="6309360" y="3959352"/>
            <a:ext cx="411480" cy="256032"/>
          </a:xfrm>
          <a:prstGeom prst="roundRect">
            <a:avLst>
              <a:gd name="adj" fmla="val 17857"/>
            </a:avLst>
          </a:prstGeom>
          <a:solidFill>
            <a:srgbClr val="EC4899">
              <a:alpha val="2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309360" y="39593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1228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钉钉通知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12280" y="4206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DingTalk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09360" y="45262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部署开始/结束通知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 ✅ 失败 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实时反馈闭环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113532" y="2468880"/>
            <a:ext cx="1600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902452" y="2468880"/>
            <a:ext cx="1600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360920" y="3611880"/>
            <a:ext cx="0" cy="13716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902452" y="4892040"/>
            <a:ext cx="1600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113532" y="4892040"/>
            <a:ext cx="1600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→ Content → Deploy → Feedback    |    Powered by Hermes Agent + Hugo + GitHub Actions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驱动的博客系统架构</dc:title>
  <dc:subject>PptxGenJS Presentation</dc:subject>
  <dc:creator>Hugo Zhu</dc:creator>
  <cp:lastModifiedBy>Hugo Zhu</cp:lastModifiedBy>
  <cp:revision>1</cp:revision>
  <dcterms:created xsi:type="dcterms:W3CDTF">2026-05-26T13:06:35Z</dcterms:created>
  <dcterms:modified xsi:type="dcterms:W3CDTF">2026-05-26T13:06:35Z</dcterms:modified>
</cp:coreProperties>
</file>